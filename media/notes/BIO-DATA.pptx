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8306A-52C8-47DE-99E8-2D0F04A601D0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76917-4FE9-433E-8617-5050F4113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143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8306A-52C8-47DE-99E8-2D0F04A601D0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76917-4FE9-433E-8617-5050F4113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561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8306A-52C8-47DE-99E8-2D0F04A601D0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76917-4FE9-433E-8617-5050F4113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018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8306A-52C8-47DE-99E8-2D0F04A601D0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76917-4FE9-433E-8617-5050F4113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30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8306A-52C8-47DE-99E8-2D0F04A601D0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76917-4FE9-433E-8617-5050F4113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875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8306A-52C8-47DE-99E8-2D0F04A601D0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76917-4FE9-433E-8617-5050F4113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748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8306A-52C8-47DE-99E8-2D0F04A601D0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76917-4FE9-433E-8617-5050F4113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269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8306A-52C8-47DE-99E8-2D0F04A601D0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76917-4FE9-433E-8617-5050F4113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012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8306A-52C8-47DE-99E8-2D0F04A601D0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76917-4FE9-433E-8617-5050F4113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153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8306A-52C8-47DE-99E8-2D0F04A601D0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76917-4FE9-433E-8617-5050F4113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459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8306A-52C8-47DE-99E8-2D0F04A601D0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76917-4FE9-433E-8617-5050F4113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173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88306A-52C8-47DE-99E8-2D0F04A601D0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076917-4FE9-433E-8617-5050F4113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898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625"/>
            <a:ext cx="7772400" cy="936103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 BIO-DATA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0" y="751344"/>
            <a:ext cx="8964488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b="1" dirty="0"/>
              <a:t>Name  :   </a:t>
            </a:r>
            <a:r>
              <a:rPr lang="en-US" sz="1600" dirty="0" err="1"/>
              <a:t>Prerna</a:t>
            </a:r>
            <a:r>
              <a:rPr lang="en-US" sz="1600" dirty="0"/>
              <a:t> </a:t>
            </a:r>
            <a:r>
              <a:rPr lang="en-US" sz="1600" dirty="0" err="1"/>
              <a:t>Vyas</a:t>
            </a:r>
            <a:r>
              <a:rPr lang="en-US" sz="1600" b="1" dirty="0"/>
              <a:t> </a:t>
            </a:r>
            <a:endParaRPr lang="en-US" sz="1600" dirty="0"/>
          </a:p>
          <a:p>
            <a:pPr algn="just"/>
            <a:r>
              <a:rPr lang="en-US" sz="1600" b="1" dirty="0"/>
              <a:t>Birth time  :</a:t>
            </a:r>
            <a:r>
              <a:rPr lang="en-US" sz="1600" dirty="0"/>
              <a:t>11:35 PM</a:t>
            </a:r>
          </a:p>
          <a:p>
            <a:pPr algn="just"/>
            <a:r>
              <a:rPr lang="en-US" sz="1600" b="1" dirty="0"/>
              <a:t>Date of birth:  </a:t>
            </a:r>
            <a:r>
              <a:rPr lang="en-US" sz="1600" dirty="0" smtClean="0"/>
              <a:t>16/12/2002</a:t>
            </a:r>
            <a:endParaRPr lang="en-US" sz="1600" dirty="0"/>
          </a:p>
          <a:p>
            <a:pPr algn="just"/>
            <a:r>
              <a:rPr lang="en-US" sz="1600" b="1" dirty="0"/>
              <a:t>Height: </a:t>
            </a:r>
            <a:r>
              <a:rPr lang="en-US" sz="1600" dirty="0"/>
              <a:t>5.5</a:t>
            </a:r>
          </a:p>
          <a:p>
            <a:pPr algn="just"/>
            <a:r>
              <a:rPr lang="en-US" sz="1600" b="1" dirty="0" err="1"/>
              <a:t>Manglik</a:t>
            </a:r>
            <a:r>
              <a:rPr lang="en-US" sz="1600" b="1" dirty="0"/>
              <a:t>  : </a:t>
            </a:r>
            <a:r>
              <a:rPr lang="en-US" sz="1600" dirty="0" err="1"/>
              <a:t>Aanshik</a:t>
            </a:r>
            <a:r>
              <a:rPr lang="en-US" sz="1600" dirty="0"/>
              <a:t> </a:t>
            </a:r>
            <a:endParaRPr lang="en-US" sz="1600" dirty="0" smtClean="0"/>
          </a:p>
          <a:p>
            <a:pPr algn="just"/>
            <a:r>
              <a:rPr lang="en-US" sz="1600" b="1" dirty="0" smtClean="0"/>
              <a:t>Education </a:t>
            </a:r>
            <a:r>
              <a:rPr lang="en-US" sz="1600" b="1" dirty="0"/>
              <a:t>: </a:t>
            </a:r>
            <a:r>
              <a:rPr lang="en-US" sz="1600" dirty="0"/>
              <a:t>M.A [FINAL]</a:t>
            </a:r>
          </a:p>
          <a:p>
            <a:pPr algn="just"/>
            <a:r>
              <a:rPr lang="en-US" sz="1600" b="1" dirty="0"/>
              <a:t>Hobbies : </a:t>
            </a:r>
            <a:r>
              <a:rPr lang="en-US" sz="1600" dirty="0"/>
              <a:t>Wedding Choreographer</a:t>
            </a:r>
          </a:p>
          <a:p>
            <a:pPr algn="just"/>
            <a:r>
              <a:rPr lang="en-US" sz="1600" b="1" dirty="0"/>
              <a:t>Work : </a:t>
            </a:r>
            <a:r>
              <a:rPr lang="en-US" sz="1600" dirty="0"/>
              <a:t>Devotional Singer/Writer</a:t>
            </a:r>
          </a:p>
          <a:p>
            <a:pPr algn="just"/>
            <a:r>
              <a:rPr lang="en-US" sz="1600" b="1" dirty="0"/>
              <a:t>Birth place : </a:t>
            </a:r>
            <a:r>
              <a:rPr lang="en-US" sz="1600" dirty="0" err="1"/>
              <a:t>Kotri</a:t>
            </a:r>
            <a:r>
              <a:rPr lang="en-US" sz="1600" b="1" dirty="0"/>
              <a:t> </a:t>
            </a:r>
            <a:endParaRPr lang="en-US" sz="1600" b="1" dirty="0" smtClean="0"/>
          </a:p>
          <a:p>
            <a:pPr algn="just"/>
            <a:endParaRPr lang="en-US" sz="1600" dirty="0"/>
          </a:p>
          <a:p>
            <a:pPr algn="just"/>
            <a:r>
              <a:rPr lang="en-US" sz="1600" b="1" dirty="0"/>
              <a:t>Family Details:</a:t>
            </a:r>
            <a:endParaRPr lang="en-US" sz="1600" dirty="0"/>
          </a:p>
          <a:p>
            <a:pPr algn="just"/>
            <a:r>
              <a:rPr lang="en-US" sz="1600" b="1" dirty="0"/>
              <a:t>Father name :</a:t>
            </a:r>
            <a:r>
              <a:rPr lang="en-US" sz="1600" dirty="0"/>
              <a:t> Kamal </a:t>
            </a:r>
            <a:r>
              <a:rPr lang="en-US" sz="1600" dirty="0" err="1"/>
              <a:t>Nayan</a:t>
            </a:r>
            <a:r>
              <a:rPr lang="en-US" sz="1600" dirty="0"/>
              <a:t> </a:t>
            </a:r>
            <a:r>
              <a:rPr lang="en-US" sz="1600" dirty="0" err="1"/>
              <a:t>Vyas</a:t>
            </a:r>
            <a:endParaRPr lang="en-US" sz="1600" dirty="0"/>
          </a:p>
          <a:p>
            <a:pPr algn="just"/>
            <a:r>
              <a:rPr lang="en-US" sz="1600" b="1" dirty="0"/>
              <a:t>Occupation:</a:t>
            </a:r>
            <a:r>
              <a:rPr lang="en-US" sz="1600" dirty="0"/>
              <a:t>  Private Job</a:t>
            </a:r>
          </a:p>
          <a:p>
            <a:pPr algn="just"/>
            <a:r>
              <a:rPr lang="en-US" sz="1600" b="1" dirty="0"/>
              <a:t>Mother name :</a:t>
            </a:r>
            <a:r>
              <a:rPr lang="en-US" sz="1600" dirty="0"/>
              <a:t> </a:t>
            </a:r>
            <a:r>
              <a:rPr lang="en-US" sz="1600" dirty="0" err="1"/>
              <a:t>Sheela</a:t>
            </a:r>
            <a:r>
              <a:rPr lang="en-US" sz="1600" dirty="0"/>
              <a:t> </a:t>
            </a:r>
            <a:r>
              <a:rPr lang="en-US" sz="1600" dirty="0" err="1"/>
              <a:t>Vyas</a:t>
            </a:r>
            <a:endParaRPr lang="en-US" sz="1600" dirty="0"/>
          </a:p>
          <a:p>
            <a:pPr algn="just"/>
            <a:r>
              <a:rPr lang="en-US" sz="1600" b="1" dirty="0"/>
              <a:t>Occupation:</a:t>
            </a:r>
            <a:r>
              <a:rPr lang="en-US" sz="1600" dirty="0"/>
              <a:t>  Private Job</a:t>
            </a:r>
          </a:p>
          <a:p>
            <a:pPr algn="just"/>
            <a:r>
              <a:rPr lang="en-US" sz="1600" b="1" dirty="0"/>
              <a:t>Brother : </a:t>
            </a:r>
            <a:r>
              <a:rPr lang="en-US" sz="1600" dirty="0" err="1"/>
              <a:t>Vineet</a:t>
            </a:r>
            <a:r>
              <a:rPr lang="en-US" sz="1600" dirty="0"/>
              <a:t> </a:t>
            </a:r>
            <a:r>
              <a:rPr lang="en-US" sz="1600" dirty="0" err="1"/>
              <a:t>Vyas</a:t>
            </a:r>
            <a:r>
              <a:rPr lang="en-US" sz="1600" dirty="0"/>
              <a:t>  (</a:t>
            </a:r>
            <a:r>
              <a:rPr lang="en-US" sz="1600" dirty="0" err="1"/>
              <a:t>B.tech</a:t>
            </a:r>
            <a:r>
              <a:rPr lang="en-US" sz="1600" dirty="0"/>
              <a:t>(C.S.E))</a:t>
            </a:r>
          </a:p>
          <a:p>
            <a:pPr algn="just"/>
            <a:r>
              <a:rPr lang="en-US" sz="1600" b="1" dirty="0" err="1"/>
              <a:t>Gotra</a:t>
            </a:r>
            <a:r>
              <a:rPr lang="en-US" sz="1600" b="1" dirty="0"/>
              <a:t> :</a:t>
            </a:r>
            <a:r>
              <a:rPr lang="en-US" sz="1600" dirty="0"/>
              <a:t> </a:t>
            </a:r>
            <a:r>
              <a:rPr lang="en-US" sz="1600" b="1" dirty="0"/>
              <a:t> 1. </a:t>
            </a:r>
            <a:r>
              <a:rPr lang="en-US" sz="1600" dirty="0"/>
              <a:t>Self – </a:t>
            </a:r>
            <a:r>
              <a:rPr lang="en-US" sz="1600" dirty="0" err="1"/>
              <a:t>Nosaliya</a:t>
            </a:r>
            <a:r>
              <a:rPr lang="en-US" sz="1600" dirty="0"/>
              <a:t> </a:t>
            </a:r>
            <a:r>
              <a:rPr lang="en-US" sz="1600" dirty="0" err="1"/>
              <a:t>Tiwari</a:t>
            </a:r>
            <a:r>
              <a:rPr lang="en-US" sz="1600" dirty="0"/>
              <a:t> (</a:t>
            </a:r>
            <a:r>
              <a:rPr lang="en-US" sz="1600" dirty="0" err="1"/>
              <a:t>Raila</a:t>
            </a:r>
            <a:r>
              <a:rPr lang="en-US" sz="1600" dirty="0"/>
              <a:t>)</a:t>
            </a:r>
          </a:p>
          <a:p>
            <a:pPr algn="just"/>
            <a:r>
              <a:rPr lang="en-US" sz="1600" b="1" dirty="0"/>
              <a:t>              2. </a:t>
            </a:r>
            <a:r>
              <a:rPr lang="en-US" sz="1600" dirty="0" err="1"/>
              <a:t>Nanihaal</a:t>
            </a:r>
            <a:r>
              <a:rPr lang="en-US" sz="1600" dirty="0"/>
              <a:t> – </a:t>
            </a:r>
            <a:r>
              <a:rPr lang="en-US" sz="1600" dirty="0" err="1"/>
              <a:t>Bandela</a:t>
            </a:r>
            <a:r>
              <a:rPr lang="en-US" sz="1600" dirty="0"/>
              <a:t> </a:t>
            </a:r>
            <a:r>
              <a:rPr lang="en-US" sz="1600" dirty="0" smtClean="0"/>
              <a:t>(</a:t>
            </a:r>
            <a:r>
              <a:rPr lang="en-US" sz="1600" dirty="0" err="1" smtClean="0"/>
              <a:t>Kotri</a:t>
            </a:r>
            <a:r>
              <a:rPr lang="en-US" sz="1600" dirty="0" smtClean="0"/>
              <a:t>)</a:t>
            </a:r>
            <a:endParaRPr lang="en-US" sz="1600" dirty="0"/>
          </a:p>
          <a:p>
            <a:pPr algn="just"/>
            <a:r>
              <a:rPr lang="en-US" sz="1600" b="1" dirty="0"/>
              <a:t>              3. </a:t>
            </a:r>
            <a:r>
              <a:rPr lang="en-US" sz="1600" dirty="0" err="1"/>
              <a:t>Dadera</a:t>
            </a:r>
            <a:r>
              <a:rPr lang="en-US" sz="1600" dirty="0"/>
              <a:t>- </a:t>
            </a:r>
            <a:r>
              <a:rPr lang="en-US" sz="1600" dirty="0" err="1"/>
              <a:t>Bhuwaliya</a:t>
            </a:r>
            <a:r>
              <a:rPr lang="en-US" sz="1600" dirty="0"/>
              <a:t> </a:t>
            </a:r>
            <a:r>
              <a:rPr lang="en-US" sz="1600" dirty="0" err="1" smtClean="0"/>
              <a:t>Tiwari</a:t>
            </a:r>
            <a:endParaRPr lang="en-US" sz="1600" dirty="0" smtClean="0"/>
          </a:p>
          <a:p>
            <a:pPr algn="just"/>
            <a:r>
              <a:rPr lang="en-US" sz="1600" b="1" dirty="0"/>
              <a:t>Contact : </a:t>
            </a:r>
            <a:r>
              <a:rPr lang="en-US" sz="1600" dirty="0" smtClean="0"/>
              <a:t>9929876114,9680097792</a:t>
            </a:r>
          </a:p>
          <a:p>
            <a:pPr algn="just"/>
            <a:r>
              <a:rPr lang="en-US" sz="1600" b="1" dirty="0" smtClean="0"/>
              <a:t>Address </a:t>
            </a:r>
            <a:r>
              <a:rPr lang="en-US" sz="1600" b="1" dirty="0"/>
              <a:t>: </a:t>
            </a:r>
            <a:r>
              <a:rPr lang="en-US" sz="1600" dirty="0" err="1"/>
              <a:t>Shivaji</a:t>
            </a:r>
            <a:r>
              <a:rPr lang="en-US" sz="1600" dirty="0"/>
              <a:t> </a:t>
            </a:r>
            <a:r>
              <a:rPr lang="en-US" sz="1600" dirty="0" err="1"/>
              <a:t>Marg,Pathik</a:t>
            </a:r>
            <a:r>
              <a:rPr lang="en-US" sz="1600" dirty="0"/>
              <a:t> Nagar, </a:t>
            </a:r>
            <a:r>
              <a:rPr lang="en-US" sz="1600" dirty="0" err="1"/>
              <a:t>Gali</a:t>
            </a:r>
            <a:r>
              <a:rPr lang="en-US" sz="1600" dirty="0"/>
              <a:t> No:-3,E-513 (BHILWARA)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483512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111</Words>
  <Application>Microsoft Office PowerPoint</Application>
  <PresentationFormat>On-screen Show (4:3)</PresentationFormat>
  <Paragraphs>24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 BIO-DATA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BIO-DATA</dc:title>
  <dc:creator>dell</dc:creator>
  <cp:lastModifiedBy>dell</cp:lastModifiedBy>
  <cp:revision>4</cp:revision>
  <dcterms:created xsi:type="dcterms:W3CDTF">2025-09-27T14:54:48Z</dcterms:created>
  <dcterms:modified xsi:type="dcterms:W3CDTF">2025-09-27T15:56:45Z</dcterms:modified>
</cp:coreProperties>
</file>